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5BF"/>
                </a:solidFill>
                <a:latin typeface="Calibri"/>
              </a:defRPr>
            </a:pPr>
            <a:r>
              <a:t>RAPPORT D'ANALYSE FORENSIQUE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Malware « Cypher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CA0"/>
                </a:solidFill>
                <a:latin typeface="Calibri"/>
              </a:defRPr>
            </a:pPr>
            <a:r>
              <a:t>Reverse Engineering &amp; Digital Forensics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CA0"/>
                </a:solidFill>
                <a:latin typeface="Calibri"/>
              </a:defRPr>
            </a:pPr>
            <a:r>
              <a:t>📅 Septembre 2026    •    🔒 Confidentiel    •    📊 10 User Stories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7772400" cy="14630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A502"/>
                </a:solidFill>
                <a:latin typeface="Calibri"/>
              </a:defRPr>
            </a:pPr>
            <a:r>
              <a:t>⚠️  CONTEXTE DE L'INCIDENT</a:t>
            </a:r>
          </a:p>
          <a:p>
            <a:pPr>
              <a:spcBef>
                <a:spcPts val="600"/>
              </a:spcBef>
              <a:defRPr sz="1100">
                <a:solidFill>
                  <a:srgbClr val="CCCCDD"/>
                </a:solidFill>
                <a:latin typeface="Calibri"/>
              </a:defRPr>
            </a:pPr>
            <a:r>
              <a:t>Un incident de sécurité a été signalé suite à la suspicion d'un keylogger actif sur un poste Windows. Le fichier suspect Malware.zip a été isolé pour analyse. Ce rapport consolide les 10 User Stories du backlog, de la mise en place de l'environnement d'analyse jusqu'à l'identification du vecteur d'infection.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Mise en place de l'environnement d'analyse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777240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Préparer un environnement isolé (VM) pour exécuter et analyser le malware en toute sécurité.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48006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🖥️  Mise en place &amp; résultats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VM Windows installée et configurée via VirtualBox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Réseau isolé (host-only), Windows Defender désactivé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Snapshot de l'état initial propre avant exécution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Transfert sécurisé de Malware.zip dans la VM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Première exécution observée dans l'environnement contrôlé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Copie automatique de fichiers et DLLs observée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Création du dossier suspect C:\WindSyst détectée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455767" cy="48006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⚙️  Configuration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Hyperviseur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VirtualBox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OS invité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Windows 10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Réseau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Isolé (host-only)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Fichier analysé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Malware.zip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Dossier créé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C:\WindSyst\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Identification du hash &amp; VirusTotal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0644" y="946135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Calculer le hash du fichier suspect et le comparer aux bases de signatures connues.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59303" cy="9144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4557"/>
                </a:solidFill>
                <a:latin typeface="Calibri"/>
              </a:defRPr>
            </a:pPr>
            <a:r>
              <a:t>47 / 69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Détections AV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00200"/>
            <a:ext cx="2659303" cy="9144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8,73 Mo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Taille fichier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2659303" cy="9144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A502"/>
                </a:solidFill>
                <a:latin typeface="Calibri"/>
              </a:defRPr>
            </a:pPr>
            <a:r>
              <a:t>Trojan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5191" y="1600200"/>
            <a:ext cx="2659303" cy="9144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7C5CFF"/>
                </a:solidFill>
                <a:latin typeface="Calibri"/>
              </a:defRPr>
            </a:pPr>
            <a:r>
              <a:t>Keylogger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Famille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5455767" cy="3749039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🔬  Résultats d'analyse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SHA-256 : a1af8eea...1c2be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Fichier : Malware.zip contenant Res.exe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Famille : trojan.keylogger/zbxji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Catégories : Trojan, Adware, Spyware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651760"/>
            <a:ext cx="5455767" cy="3749039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🏷️  Tags comportementaux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long-sleeps → éviter les sandbox à durée limitée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checks-user-input → vérifie l'activité utilisateur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contains-pe → exécutable PE embarqué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detect-debug-environment → anti-debug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Analyse statique du binaire (FLOSS)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80644" y="906601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Extraire les chaînes, imports API et IOCs par analyse statique de Res.exe.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23774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⚡  Capacités identifiées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Compilateur : MinGW-w64 (GCC), framework Qt5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Keylogging : GetAsyncKeyState, GetKeyState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Persistance : clé registre HKCU\...\Run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Anti-analyse : détection sandbox/debug par timing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Dropper : copie vers C:\WindSyst\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Signature : "par le magniquime Hafnium !"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455767" cy="23774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557"/>
                </a:solidFill>
                <a:latin typeface="Calibri"/>
              </a:defRPr>
            </a:pPr>
            <a:r>
              <a:t>🚨  IOCs identifiés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Signature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"par le magniquime Hafnium !"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Répertoire de dépôt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C:\WindSyst\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Fichier de log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c:\WindSyst\log.txt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Binaire principal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Res.exe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Module réseau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Env.exe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114800"/>
          <a:ext cx="111858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API Import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Fonction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Catégorie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GetAsyncKeyState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Capture des touches enfoncées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Keylogging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GetKeyState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État du clavier temps réel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Keylogging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RegSetValueEx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Écriture dans le registre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CreateFile / WriteFile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Écriture du log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Exfiltration locale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Analyse dynamique — comportement à l'exécution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3186" y="928116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Observer le comportement réel du malware lors de son exécution en VM.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22860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🔍  Comportements observés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Création immédiate de C:\WindSyst confirmée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Copie réussie de 8 fichiers (DLLs + Res.exe)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Bannière : "codé par le magniquime Hafnium !"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Activité réseau : aucune connexion sortante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Persistance registre : non visible dans ce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455767" cy="10515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📂  Fichiers copiés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✅ libgcc_s_dw2-1.dll, libstdc++-6.dll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✅ libwinpthread-1.dll, Qt5Core.dll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✅ Qt5Network.dll, Res.exe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788920"/>
            <a:ext cx="5455767" cy="10515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557"/>
                </a:solidFill>
                <a:latin typeface="Calibri"/>
              </a:defRPr>
            </a:pPr>
            <a:r>
              <a:t>⛔  Fichiers manquants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❌ Qt5Cored.dll, Env.exe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❌ qminimal.dll, qoffscreen.dll, qwindows.dll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4023360"/>
          <a:ext cx="1118585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Élément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Résultat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Détail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Répertoire C:\WindSyst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Créé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Dépôt des fichiers malveillants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Fichiers copiés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8 fichiers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DLLs MinGW/Qt5 + Res.exe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Fichiers manquants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❌ 5 fichiers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Env.exe, plugins Qt platforms\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Réseau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Aucun trafic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Pas de connexion sortante détectée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 registre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Non visible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Nécessite Process Monitor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Évaluation des risques et recommandations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777240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Évaluer le niveau de risque et formuler des recommandations de sécurité.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560320" cy="457200"/>
          </a:xfrm>
          <a:prstGeom prst="roundRect">
            <a:avLst>
              <a:gd name="adj" fmla="val 3000"/>
            </a:avLst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⚠️  RISQUE : ÉLEVÉ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94560"/>
          <a:ext cx="11185855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FF4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Risque</a:t>
                      </a:r>
                    </a:p>
                  </a:txBody>
                  <a:tcPr anchor="ctr">
                    <a:solidFill>
                      <a:srgbClr val="FF4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État</a:t>
                      </a:r>
                    </a:p>
                  </a:txBody>
                  <a:tcPr anchor="ctr">
                    <a:solidFill>
                      <a:srgbClr val="FF4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Répertoire de dépôt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Installation composants malveillants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Confirmé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Copie exécutables/DLL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Déploiement du malware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Confirmé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 registre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Exécution auto à chaque session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🔍 À confirmer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Communication réseau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C2 / exfiltration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🔍 À confirmer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Capture clavier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Vol d'informations saisies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🔍 À confirmer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3867912"/>
            <a:ext cx="11185855" cy="2532887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🛡️  Recommandations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🔴 Isoler la machine, supprimer C:\WindSyst, scan antivirus/EDR complet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🟠 Process Monitor / Regshot pour confirmer la persistance registre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🟡 Wireshark / IDS pour détecter les connexions vers le C2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🟢 MAJ système, EDR, limitation des privilèges, blocage exécutables non signés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Acquisition et analyse de la mémoire vive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955548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Dump de la RAM et analyse des processus en mémoire avec Volatility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2659303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4,5 Go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Taille dump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0823" y="1600200"/>
            <a:ext cx="2659303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4557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Processus suspects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00200"/>
            <a:ext cx="2659303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Processus cachés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5191" y="1600200"/>
            <a:ext cx="2659303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A502"/>
                </a:solidFill>
                <a:latin typeface="Calibri"/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Connexions réseau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2560320"/>
          <a:ext cx="11185855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643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PID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Processus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Chemin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Début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Fin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Durée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11884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Res.exe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...\VIRUS\Res.exe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09:39:58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09:40:34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36 sec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13648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Env.exe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C:\WindSyst\Env.exe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09:40:04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09:40:13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9 sec (crash)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548640" y="3575304"/>
            <a:ext cx="5455767" cy="2825496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🧠  Analyse Volatility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Dump réalisé avec winpmem après endiguement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Plugins : pslist, psscan, netscan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psscan = pslist → aucun rootkit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netscan vide : pas de connexion active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Env.exe crashé avant le code SMTP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3575304"/>
            <a:ext cx="5455767" cy="2825496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📋  Métadonnées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Outil acquisition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winpmem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Outil analyse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Volatility 3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Hash dump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BD0D0CD5...DE816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Fichier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memory.raw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Acquisition forensique du disque dur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941832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rPr dirty="0"/>
              <a:t>🎯  </a:t>
            </a:r>
            <a:r>
              <a:rPr dirty="0" err="1"/>
              <a:t>Copie</a:t>
            </a:r>
            <a:r>
              <a:rPr dirty="0"/>
              <a:t> </a:t>
            </a:r>
            <a:r>
              <a:rPr dirty="0" err="1"/>
              <a:t>forensique</a:t>
            </a:r>
            <a:r>
              <a:rPr dirty="0"/>
              <a:t> bit-à-bit des artefacts </a:t>
            </a:r>
            <a:r>
              <a:rPr dirty="0" err="1"/>
              <a:t>disque</a:t>
            </a:r>
            <a:r>
              <a:rPr dirty="0"/>
              <a:t> et </a:t>
            </a:r>
            <a:r>
              <a:rPr dirty="0" err="1"/>
              <a:t>vérification</a:t>
            </a:r>
            <a:r>
              <a:rPr dirty="0"/>
              <a:t> de la </a:t>
            </a:r>
            <a:r>
              <a:rPr dirty="0" err="1"/>
              <a:t>persistance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164592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💾  Image forensique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Format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evidence_volume.vhd → .dd.img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Hash SHA-256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5B9F6953...EE422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Intégrité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✅ Vérifiée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455767" cy="164592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557"/>
                </a:solidFill>
                <a:latin typeface="Calibri"/>
              </a:defRPr>
            </a:pPr>
            <a:r>
              <a:t>🔴  Persistance CONFIRMÉE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HKCU\...\Run\Res = C:\WindSyst\Res.exe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HKCU\...\Run\Env = C:\WindSyst\Env.exe</a:t>
            </a:r>
          </a:p>
          <a:p>
            <a:pPr>
              <a:spcBef>
                <a:spcPts val="400"/>
              </a:spcBef>
              <a:defRPr sz="1000" b="0">
                <a:solidFill>
                  <a:srgbClr val="CCCCDD"/>
                </a:solidFill>
                <a:latin typeface="Calibri"/>
              </a:defRPr>
            </a:pPr>
            <a:r>
              <a:t>→ Lancement auto à chaque session Windows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383280"/>
          <a:ext cx="111858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6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64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Fichier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Emplacement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Hash identique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État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Res.exe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✅ Oui (= US2/US3)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Opérationnel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Env.exe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Non fonctionnel (crash Qt)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platforms\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Dossier VIDE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DLLs Qt5/MinGW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Runtimes embarqués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Analyse croisée RAM / Disque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777240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Corréler mémoire (US6) et disque (US7) pour reconstruire le scénario d'attaque.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600200"/>
          <a:ext cx="1118585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8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Temps</a:t>
                      </a:r>
                    </a:p>
                  </a:txBody>
                  <a:tcPr anchor="ctr"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Heure</a:t>
                      </a:r>
                    </a:p>
                  </a:txBody>
                  <a:tcPr anchor="ctr">
                    <a:solidFill>
                      <a:srgbClr val="7C5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Événement</a:t>
                      </a:r>
                    </a:p>
                  </a:txBody>
                  <a:tcPr anchor="ctr">
                    <a:solidFill>
                      <a:srgbClr val="7C5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T+0s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09:39:58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Exécution Res.exe → création C:\WindSyst, copie fichiers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T+6s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09:40:04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 Run + démarrage keylogger + lancement Env.exe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T+13s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09:40:11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Crash Env.exe (plugins Qt manquants dans platforms\)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T+31s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09:40:29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Triage SOC : Res.exe actif, Env.exe absent, pas de réseau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T+36s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09:40:34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Endiguement : arrêt forcé de Res.exe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T+38s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09:40:36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Acquisition RAM avec winpmem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3657600"/>
            <a:ext cx="5455767" cy="2743199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✅  Keylogger (Res.exe)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Persistance : OPÉRATIONNELLE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Exécution auto à chaque session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Frappes clavier capturées → log.txt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3657600"/>
            <a:ext cx="5455767" cy="2743199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557"/>
                </a:solidFill>
                <a:latin typeface="Calibri"/>
              </a:defRPr>
            </a:pPr>
            <a:r>
              <a:t>❌  Module réseau (Env.exe)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Configurée MAIS NON FONCTIONNELLE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Crash après ~9s (dossier platforms\ vide)</a:t>
            </a:r>
          </a:p>
          <a:p>
            <a:pPr>
              <a:spcBef>
                <a:spcPts val="3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N'a jamais atteint le code SMTP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Identification du périphérique USB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777240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Identifier le périphérique USB vecteur d'infection via les ruches de registre.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292608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🔌  Périphérique identifié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Fabricant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SanDisk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Modèle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Cruzer Blade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Révision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1.00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Numéro de série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4C530000281008116284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Registre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USBSTOR\Disk&amp;Ven_SanDisk&amp;Prod_Cruzer_Blade&amp;Rev_1.00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455767" cy="292608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🔐  Double vérification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Méthode 1 : regipy / parseUSBs (extraction structurée)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Méthode 2 : strings SYSTEM | grep USBSTOR (brute)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Résultats des 2 méthodes : IDENTIQUES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Niveau de confiance : ÉLEVÉ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663440"/>
            <a:ext cx="11185855" cy="5486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0E5BF"/>
                </a:solidFill>
                <a:latin typeface="Calibri"/>
              </a:defRPr>
            </a:pPr>
            <a:r>
              <a:t>✅  VECTEUR CONFIRMÉ — Clé USB SanDisk Cruzer Blade (S/N 4C530000281008116284)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Aft>
                <a:spcPts val="0"/>
              </a:spcAft>
              <a:defRPr sz="900" b="1">
                <a:solidFill>
                  <a:srgbClr val="0B0E17"/>
                </a:solidFill>
                <a:latin typeface="Calibri"/>
              </a:defRPr>
            </a:pPr>
            <a:r>
              <a:t>US</a:t>
            </a:r>
          </a:p>
          <a:p>
            <a:pPr algn="ctr">
              <a:spcBef>
                <a:spcPts val="0"/>
              </a:spcBef>
              <a:defRPr sz="2200" b="1">
                <a:solidFill>
                  <a:srgbClr val="0B0E17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Chronologie d'utilisation de la clé USB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0" y="320040"/>
            <a:ext cx="1188720" cy="32004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B0E17"/>
                </a:solidFill>
                <a:latin typeface="Calibri"/>
              </a:defRPr>
            </a:pPr>
            <a:r>
              <a:t>✓ Terminé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777240"/>
            <a:ext cx="45720" cy="384048"/>
          </a:xfrm>
          <a:prstGeom prst="rect">
            <a:avLst/>
          </a:prstGeom>
          <a:solidFill>
            <a:srgbClr val="00E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777240"/>
            <a:ext cx="11094415" cy="384048"/>
          </a:xfrm>
          <a:prstGeom prst="roundRect">
            <a:avLst>
              <a:gd name="adj" fmla="val 8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i="1">
                <a:solidFill>
                  <a:srgbClr val="CCCCDD"/>
                </a:solidFill>
                <a:latin typeface="Calibri"/>
              </a:defRPr>
            </a:pPr>
            <a:r>
              <a:t>🎯  Reconstituer la timeline de connexion/déconnexion de la clé USB identifiée.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5455767" cy="256032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D2FF"/>
                </a:solidFill>
                <a:latin typeface="Calibri"/>
              </a:defRPr>
            </a:pPr>
            <a:r>
              <a:t>💿  Informations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Périphérique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SanDisk Cruzer Blade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Lettre de lecteur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E:\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Volume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New Volume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Utilisateur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user1</a:t>
            </a:r>
          </a:p>
          <a:p>
            <a:pPr>
              <a:spcBef>
                <a:spcPts val="500"/>
              </a:spcBef>
              <a:defRPr sz="950">
                <a:solidFill>
                  <a:srgbClr val="888CA0"/>
                </a:solidFill>
                <a:latin typeface="Calibri"/>
              </a:defRPr>
            </a:pPr>
            <a:r>
              <a:t>Date</a:t>
            </a:r>
          </a:p>
          <a:p>
            <a:pPr>
              <a:spcBef>
                <a:spcPts val="100"/>
              </a:spcBef>
              <a:defRPr sz="1100" b="1">
                <a:solidFill>
                  <a:srgbClr val="FFFFFF"/>
                </a:solidFill>
                <a:latin typeface="Calibri"/>
              </a:defRPr>
            </a:pPr>
            <a:r>
              <a:t>  3 février 2020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78727" y="1600200"/>
          <a:ext cx="545576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Heure (UTC)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Événement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Détail</a:t>
                      </a:r>
                    </a:p>
                  </a:txBody>
                  <a:tcPr anchor="ctr">
                    <a:solidFill>
                      <a:srgbClr val="00E5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12:12:32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🟢 Première connexion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Branchement initial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12:13:19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🔵 Connexion supp.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Réénumération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12:44:21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🟡 Dernière connexion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Dernier événement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12:45:00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🔴 Retrait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Déconnexion physique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48640" y="4297680"/>
            <a:ext cx="3606698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A502"/>
                </a:solidFill>
                <a:latin typeface="Calibri"/>
              </a:defRPr>
            </a:pPr>
            <a:r>
              <a:t>~33 min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Durée de connexion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4297680"/>
            <a:ext cx="3606698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0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Déconnexions intermédiaires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4297680"/>
            <a:ext cx="3606698" cy="82296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D2FF"/>
                </a:solidFill>
                <a:latin typeface="Calibri"/>
              </a:defRPr>
            </a:pPr>
            <a:r>
              <a:t>Continu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Type d'usage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257800"/>
            <a:ext cx="11185855" cy="11430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222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📌  Conclusion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Aucune déconnexion intermédiaire → usage continu pendant ~33 minutes</a:t>
            </a:r>
          </a:p>
          <a:p>
            <a:pPr>
              <a:spcBef>
                <a:spcPts val="300"/>
              </a:spcBef>
              <a:defRPr sz="1050">
                <a:solidFill>
                  <a:srgbClr val="CCCCDD"/>
                </a:solidFill>
                <a:latin typeface="Calibri"/>
              </a:defRPr>
            </a:pPr>
            <a:r>
              <a:t>▸  Fenêtre temporelle = base de comparaison avec la fuite de données supposée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74320"/>
            <a:ext cx="1188720" cy="640080"/>
          </a:xfrm>
          <a:prstGeom prst="roundRect">
            <a:avLst>
              <a:gd name="adj" fmla="val 4000"/>
            </a:avLst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📊</a:t>
            </a:r>
          </a:p>
          <a:p>
            <a:pPr algn="ctr">
              <a:spcBef>
                <a:spcPts val="0"/>
              </a:spcBef>
              <a:defRPr sz="1000" b="1">
                <a:solidFill>
                  <a:srgbClr val="FFFFFF"/>
                </a:solidFill>
                <a:latin typeface="Calibri"/>
              </a:defRPr>
            </a:pPr>
            <a:r>
              <a:t>IOCs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74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Indicateurs de Compromission consolidés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051560"/>
          <a:ext cx="111858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29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92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FF45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B0E17"/>
                          </a:solidFill>
                          <a:latin typeface="Calibri"/>
                        </a:defRPr>
                      </a:pPr>
                      <a:r>
                        <a:t>Indicateur</a:t>
                      </a:r>
                    </a:p>
                  </a:txBody>
                  <a:tcPr anchor="ctr">
                    <a:solidFill>
                      <a:srgbClr val="FF45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Hash Malware.zip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a1af8eeaa7fda7ced591a72c572a12c2298ddb763defaa36ce5b17be1411c2be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Hash Res.exe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49F091ADE48890BFA22D2B455494BE95E52392C478B67E10626222B6AEE37E1E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Répertoire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Log keylogger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C:\WindSyst\log.txt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 #1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HKCU\...\Run\Res = C:\WindSyst\Res.exe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Persistance #2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HKCU\...\Run\Env = C:\WindSyst\Env.exe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Serveur C2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smtp.laposte.net:465 (SMTP/TLS)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Clé USB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SanDisk Cruzer Blade — S/N 4C530000281008116284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API keylogger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GetAsyncKeyState, GetKeyState</a:t>
                      </a:r>
                    </a:p>
                  </a:txBody>
                  <a:tcPr anchor="ctr">
                    <a:solidFill>
                      <a:srgbClr val="14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Framework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CCCCDD"/>
                          </a:solidFill>
                          <a:latin typeface="Calibri"/>
                        </a:defRPr>
                      </a:pPr>
                      <a:r>
                        <a:t>Qt5 / MinGW-w64 (GCC)</a:t>
                      </a:r>
                    </a:p>
                  </a:txBody>
                  <a:tcPr anchor="ctr">
                    <a:solidFill>
                      <a:srgbClr val="1A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4206240"/>
            <a:ext cx="2127443" cy="777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0E5BF"/>
                </a:solidFill>
                <a:latin typeface="Calibri"/>
              </a:defRPr>
            </a:pPr>
            <a:r>
              <a:t>10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User Stories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13243" y="4206240"/>
            <a:ext cx="2127443" cy="777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4557"/>
                </a:solidFill>
                <a:latin typeface="Calibri"/>
              </a:defRPr>
            </a:pPr>
            <a:r>
              <a:t>47/69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Détections AV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7846" y="4206240"/>
            <a:ext cx="2127443" cy="777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A502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Binaires suspects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42449" y="4206240"/>
            <a:ext cx="2127443" cy="777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7C5CFF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Vecteur USB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7052" y="4206240"/>
            <a:ext cx="2127443" cy="777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FF4557"/>
                </a:solidFill>
                <a:latin typeface="Calibri"/>
              </a:defRPr>
            </a:pPr>
            <a:r>
              <a:t>ÉLEVÉ</a:t>
            </a:r>
          </a:p>
          <a:p>
            <a:pPr algn="ctr">
              <a:spcBef>
                <a:spcPts val="200"/>
              </a:spcBef>
              <a:defRPr sz="900">
                <a:solidFill>
                  <a:srgbClr val="888CA0"/>
                </a:solidFill>
                <a:latin typeface="Calibri"/>
              </a:defRPr>
            </a:pPr>
            <a:r>
              <a:t>Risque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74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57"/>
                </a:solidFill>
                <a:latin typeface="Calibri"/>
              </a:defRPr>
            </a:pPr>
            <a:r>
              <a:t>RAPPORT D'ANALYSE FORENSIQUE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VERDICT FINAL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286000" cy="36576"/>
          </a:xfrm>
          <a:prstGeom prst="rect">
            <a:avLst/>
          </a:prstGeom>
          <a:solidFill>
            <a:srgbClr val="FF4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1185855" cy="91440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Le malware Res.exe est un dropper/keylogger de la famille trojan.keylogger/zbxji, compilé avec MinGW-w64 et utilisant le framework Qt5.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60320"/>
            <a:ext cx="2693593" cy="1920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E5BF"/>
                </a:solidFill>
                <a:latin typeface="Calibri"/>
              </a:defRPr>
            </a:pPr>
            <a:r>
              <a:t>🗂️ Installation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Se dépose dans C:\WindSyst\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Copie DLLs Qt5 et MinGW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Arborescence complète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2273" y="2560320"/>
            <a:ext cx="2693593" cy="1920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A502"/>
                </a:solidFill>
                <a:latin typeface="Calibri"/>
              </a:defRPr>
            </a:pPr>
            <a:r>
              <a:t>🔑 Persistance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Registre HKCU\...\Run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Exécution auto chaque session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2 entrées : Res + Env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3027" y="2560320"/>
            <a:ext cx="2693593" cy="1920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FF4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4557"/>
                </a:solidFill>
                <a:latin typeface="Calibri"/>
              </a:defRPr>
            </a:pPr>
            <a:r>
              <a:t>⌨️ Keylogging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API GetAsyncKeyState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Capture temps réel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Log → C:\WindSyst\log.txt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23781" y="2560320"/>
            <a:ext cx="2693593" cy="192024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7C5CFF"/>
                </a:solidFill>
                <a:latin typeface="Calibri"/>
              </a:defRPr>
            </a:pPr>
            <a:r>
              <a:t>📡 Exfiltration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Module Env.exe → SMTP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smtp.laposte.net:465</a:t>
            </a:r>
          </a:p>
          <a:p>
            <a:pPr>
              <a:spcBef>
                <a:spcPts val="400"/>
              </a:spcBef>
              <a:defRPr sz="1000">
                <a:solidFill>
                  <a:srgbClr val="CCCCDD"/>
                </a:solidFill>
                <a:latin typeface="Calibri"/>
              </a:defRPr>
            </a:pPr>
            <a:r>
              <a:t>▸  NON FONCTIONNEL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17720"/>
            <a:ext cx="11185855" cy="640080"/>
          </a:xfrm>
          <a:prstGeom prst="roundRect">
            <a:avLst>
              <a:gd name="adj" fmla="val 1500"/>
            </a:avLst>
          </a:prstGeom>
          <a:solidFill>
            <a:srgbClr val="14192B"/>
          </a:solidFill>
          <a:ln w="12700">
            <a:solidFill>
              <a:srgbClr val="00E5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E5BF"/>
                </a:solidFill>
                <a:latin typeface="Calibri"/>
              </a:defRPr>
            </a:pPr>
            <a:r>
              <a:t>🔌  VECTEUR D'INFECTION IDENTIFIÉ</a:t>
            </a:r>
          </a:p>
          <a:p>
            <a:pPr>
              <a:spcBef>
                <a:spcPts val="400"/>
              </a:spcBef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Clé USB SanDisk Cruzer Blade (S/N 4C530000281008116284) — connectée ~33 min le 3 février 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5586A"/>
                </a:solidFill>
                <a:latin typeface="Calibri"/>
              </a:defRPr>
            </a:pPr>
            <a: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1327</TotalTime>
  <Words>1741</Words>
  <Application>Microsoft Macintosh PowerPoint</Application>
  <PresentationFormat>Grand écran</PresentationFormat>
  <Paragraphs>403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COMOY Baptiste</cp:lastModifiedBy>
  <cp:revision>4</cp:revision>
  <dcterms:created xsi:type="dcterms:W3CDTF">2013-01-27T09:14:16Z</dcterms:created>
  <dcterms:modified xsi:type="dcterms:W3CDTF">2026-09-10T11:06:46Z</dcterms:modified>
  <cp:category/>
</cp:coreProperties>
</file>